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v4 Cheatsheet Evaluation — All Models x Hard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 |  2026-04-06  |  Prompt: v4_10KB_cheatsheet.md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51560"/>
          <a:ext cx="8778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  <a:gridCol w="1463040"/>
                <a:gridCol w="82296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hard1 (69)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hard2 (200)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hard3 (400)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Bias Pattern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grok-4.1-fast</a:t>
                      </a:r>
                    </a:p>
                  </a:txBody>
                  <a:tcPr anchor="ctr" marL="45720" marR="45720" marT="27432" marB="27432">
                    <a:solidFill>
                      <a:srgbClr val="1B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53/68 (77.9%)</a:t>
                      </a:r>
                    </a:p>
                  </a:txBody>
                  <a:tcPr anchor="ctr" marL="45720" marR="45720" marT="27432" marB="27432">
                    <a:solidFill>
                      <a:srgbClr val="1B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153/200 (76.5%)</a:t>
                      </a:r>
                    </a:p>
                  </a:txBody>
                  <a:tcPr anchor="ctr" marL="45720" marR="45720" marT="27432" marB="27432">
                    <a:solidFill>
                      <a:srgbClr val="1B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242/400 (60.5%)</a:t>
                      </a:r>
                    </a:p>
                  </a:txBody>
                  <a:tcPr anchor="ctr" marL="45720" marR="45720" marT="27432" marB="27432">
                    <a:solidFill>
                      <a:srgbClr val="1B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27432" marB="27432">
                    <a:solidFill>
                      <a:srgbClr val="1B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Balanced</a:t>
                      </a:r>
                    </a:p>
                  </a:txBody>
                  <a:tcPr anchor="ctr" marL="45720" marR="45720" marT="27432" marB="27432">
                    <a:solidFill>
                      <a:srgbClr val="1B3A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gemma-4-31b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43/69 (62.3%)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145/197 (73.6%)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202/385 (52.5%)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TRUE bias (confab)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gemini-flash-lite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51/69 (73.9%)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104/200 (52.0%)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225/400 (56.2%)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FALSE bias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deepseek-v3.2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45/69 (65.2%)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101/200 (50.5%)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206/400 (51.5%)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Total FALSE (0% TRUE recall)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llama-3.3-70b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45/69 (65.2%)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100/200 (50.0%)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206/400 (51.5%)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Total FALSE (0% TRUE recall)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gpt-oss-20b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38/65 (58.5%)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76/174 (43.7%)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179/358 (50.0%)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TRUE bias + parse err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gpt-oss-120b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29/66 (43.9%)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102/194 (52.6%)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170/369 (46.1%)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Extreme TRUE bias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4,683 API calls  |  669 problems/model  |  Total cost: ~$2.50  |  Datasets: hard1 (69), hard2 (200), hard3 (400)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Color key:  &gt;=70% (green)  |  55-69% (gold)  |  &lt;55% (red)        Bias:  Balanced (green)  |  FALSE bias (grey)  |  TRUE bias (red)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KEY INSIGHTS (from JSON analysis + community intel)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5895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700"/>
                </a:solidFill>
                <a:latin typeface="Calibri"/>
              </a:defRPr>
            </a:pPr>
            <a:r>
              <a:t>&gt;  1024-token cap is the #1 GPT-OSS failure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4183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GPT-OSS-120b: ~90% of failures hit exactly 1024 tokens mid-reasoning. No VERDICT emitted; harness defaults unpredictably. Community best practice: emit VERDICT as first output line, reason after.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533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700"/>
                </a:solidFill>
                <a:latin typeface="Calibri"/>
              </a:defRPr>
            </a:pPr>
            <a:r>
              <a:t>&gt;  v4 creates extreme polarization across model families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DeepSeek/Llama/Gemini: 0-9% TRUE recall (always FALSE). GPT-OSS: 85-91% TRUE recall (always TRUE). Only Grok stays balanced. The step-by-step decision procedure is too rigid for weaker models and too loose for stronger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4767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700"/>
                </a:solidFill>
                <a:latin typeface="Calibri"/>
              </a:defRPr>
            </a:pPr>
            <a:r>
              <a:t>&gt;  Betka's 98% sheet (community top) uses contradiction motifs C1-C14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055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Our v4 motifs over-trigger on FALSE problems (59 confabs in Grok alone). Betka's sheet forces feature computation (rhsVars, topShape, Lx/Rx, xTop) before any rule fires, with hard-stop on first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4203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700"/>
                </a:solidFill>
                <a:latin typeface="Calibri"/>
              </a:defRPr>
            </a:pPr>
            <a:r>
              <a:t>&gt;  Llama/DeepSeek treat cheatsheet as pure lookup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317/318 Llama failures are identical 'RULE: default false' boilerplate (median 88 tokens). No reasoning attempted. DeepSeek fabricates counterexamples (38%) when no rule matches.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3639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700"/>
                </a:solidFill>
                <a:latin typeface="Calibri"/>
              </a:defRPr>
            </a:pPr>
            <a:r>
              <a:t>&gt;  Gemini hallucinates structural rules not in the cheatsheet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Invents 'rightmost exclusion' and 'count exclusion' heuristics (53% of failures). Pattern-matches the cheatsheet's naming convention to fabricate plausible but invalid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029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NEXT STEPS (prioritized)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7955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4D4D"/>
                </a:solidFill>
                <a:latin typeface="Calibri"/>
              </a:defRPr>
            </a:pPr>
            <a:r>
              <a:t>[CRITICAL]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79552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1. VERDICT-first output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9692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Emit 'VERDICT: TRUE' or 'VERDICT: FALSE' as the first line, then reasoning. Eliminates all token-truncation parse errors (72 on GPT-20b, 40 on GPT-120b). Community consensus (Betka, Heath, stokarz).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4264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4D4D"/>
                </a:solidFill>
                <a:latin typeface="Calibri"/>
              </a:defRPr>
            </a:pPr>
            <a:r>
              <a:t>[CRITICAL]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42646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2. Counterexample hard-stop with named rule 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600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Once a counterexample is found: cite rule, output FALSE immediately, stop reasoning. GPT-120b finds correct counterexamples then 'talks itself out of it' with fluent wrong proofs. Betka/stokarz both use this. Prevents 288 GPT-120b confabulations.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0574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A500"/>
                </a:solidFill>
                <a:latin typeface="Calibri"/>
              </a:defRPr>
            </a:pPr>
            <a:r>
              <a:t>[HIGH]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0574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3. Add Spine Isolation Theorem (McKenna, EQT01-000011)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23113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One sentence: 'A pure left-spine equation can only imply equations that are themselves pure left-spine of equal or greater depth.' Validated on 1.54M pairs with zero exceptions. Fixes +32 hard3 problems across all models.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68833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A500"/>
                </a:solidFill>
                <a:latin typeface="Calibri"/>
              </a:defRPr>
            </a:pPr>
            <a:r>
              <a:t>[HIGH]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883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4. Adopt Betka's feature-first protocol for TRUE routes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8620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Compute source features (rhsVars, topShape, Lx, Rx, xTop, square) BEFORE checking motifs. Our v4 lets models skip feature computation and pattern-match rule names instead. Betka achieves 98% on hard200 with GPT-120b using this approach.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192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  <a:latin typeface="Calibri"/>
              </a:defRPr>
            </a:pPr>
            <a:r>
              <a:t>[MEDIUM]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31927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5. Force minimal reasoning before default-FALSE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4930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Add: 'Before defaulting to FALSE, attempt one substitution x=y=z and check if Eq2 follows from Eq1.' Llama outputs 'default false' in 88 tokens with zero analysis. A forced check would catch trivial TRUE cases.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9502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D700"/>
                </a:solidFill>
                <a:latin typeface="Calibri"/>
              </a:defRPr>
            </a:pPr>
            <a:r>
              <a:t>[MEDIUM]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95020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6. Increase max_tokens to 2048 for GPT-OSS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1239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GPT-120b correct answers average 1063-1188 tokens. Current 1024 cap truncates ~90% of failures. Doubling to 2048 costs ~$0.10 more per run but recovers most truncated verdicts.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617720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CCCCCC"/>
                </a:solidFill>
                <a:latin typeface="Calibri"/>
              </a:defRPr>
            </a:pPr>
            <a:r>
              <a:t>Sources: JSON reasoning analysis  |  Betka (EQT01-000014, 98% hard200)  |  McKenna (Spine Isolation, +32 hard3)  |  Tao (50/50 eval confirmed)  |  stokarz (199/200 hard200)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-- Equational Theories Stage 1  |  Deadline: 2026-04-20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Appendix: Grok 4.1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v4_10KB_cheatsheet.md  |  Backend: OpenRouter  |  Model: grok-4.1-fast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046720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280160"/>
                <a:gridCol w="1280160"/>
                <a:gridCol w="1280160"/>
                <a:gridCol w="1280160"/>
                <a:gridCol w="914400"/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77.9%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16/24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76.5%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75/100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60.5%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102/195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140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5831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Most balanced model -- 67% TRUE recall on hard1, 75% on hard2. Only model above 60% on hard3.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032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FAILURE ANALYSIS (from JSON reasoning)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159252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Pattern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FALSE fallback (no TRUE route fired)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126 (57%)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Cheatsheet TRUE-detection rules too narrow; model correctly follows protocol but defaults to FALSE on unrecognized TRUE patterns.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Contradiction motif over-trigger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59 (27%)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C8/C9/C13 motifs (rhsVars, Lx/Rx flags, topShape) fire on FALSE problems. Motifs derived from biased sample; structural match doesn't guarantee implication.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Constant-operation rule misfire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19 (9%)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Disjoint variable sets on Eq1 sides wrongly triggers 'constant magma' conclusion. Rule is mathematically overbroad.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Projection rule misidentification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10 (5%)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Left/right projection rule fires but T actually contains x, or derivation from projection to Eq2 is incorrect.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-- Equational Theories Stage 1  |  Deadline: 2026-04-20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Appendix: Gemma 4 31B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v4_10KB_cheatsheet.md  |  Backend: OpenRouter  |  Model: gemma-4-31b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046720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280160"/>
                <a:gridCol w="1280160"/>
                <a:gridCol w="1280160"/>
                <a:gridCol w="1280160"/>
                <a:gridCol w="914400"/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62.3%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21/24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73.6%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85/97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52.5%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149/189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143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5831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Strong TRUE recall (88% on hard1/hard2) but heavy confabulation on FALSE problems. 18 parse errors (empty API responses).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032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FAILURE ANALYSIS (from JSON reasoning)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159252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Pattern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Contradiction motif misfire (FALSE→TRUE)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~153 (55%)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Model walks through motif checklist, fails to match, then reverses mid-reasoning to output TRUE. Confabulation at the rule-application layer.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Left projection misfire (FALSE→TRUE)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~43 (15%)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Claims 'left projection' rule applies but structural conditions don't hold. Pattern-matches rule name without verifying preconditions.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Right-zero witness misuse (TRUE→FALSE)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35 (13%)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When Eq1 fails in right-zero magma, concludes FALSE. Logic error: a magma where Eq1 fails is NOT a valid counterexample.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Syntactic exclusion misfires (TRUE→FALSE)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15 (5%)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Leftmost/count exclusion rules applied without verifying preconditions. Pattern-matching syntax without understanding semantics.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errors (empty API response)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18 (6%)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output_tokens=0, empty content. API-level failures/timeouts, not model reasoning issues.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-- Equational Theories Stage 1  |  Deadline: 2026-04-20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Appendix: Gemini 3.1 Flash 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v4_10KB_cheatsheet.md  |  Backend: OpenRouter  |  Model: gemini-flash-lite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046720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280160"/>
                <a:gridCol w="1280160"/>
                <a:gridCol w="1280160"/>
                <a:gridCol w="1280160"/>
                <a:gridCol w="914400"/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73.9%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9/24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52.0%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9/100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56.2%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36/195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159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189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5831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Massive FALSE bias -- 9% TRUE recall on hard2. Near-perfect FALSE accuracy but misses almost all TRUE implications. Zero parse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032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FAILURE ANALYSIS (from JSON reasoning)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159252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Pattern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Fabricated rightmost exclusion heuristic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154 (53%)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Model invents a 'rightmost variable must match' rule not in the cheatsheet. Fires on ~58% of TRUE problems. Hallucinated structural heuristic.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FALSE on non-bare equations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64 (22%)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When Eq1 is not 'x = T' form, immediately concludes no TRUE routes apply. Skips all non-trivial reasoning.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Fabricated leftmost exclusion heuristic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35 (12%)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Symmetric to rightmost: checks leftmost variable preservation and rejects TRUE implications. Another hallucinated rule.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Contradiction motif over-firing (FALSE→TRUE)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15 (5%)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Incorrectly claims equation 'collapses' magma. Accounts for 63% of the 24 false positives.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 exclusion misapplication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12 (4%)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Claims variable occurrence counts must be preserved across implication. Not a valid algebraic invariant.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-- Equational Theories Stage 1  |  Deadline: 2026-04-20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Appendix: DeepSeek V3.2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v4_10KB_cheatsheet.md  |  Backend: OpenRouter  |  Model: deepseek-v3.2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046720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280160"/>
                <a:gridCol w="1280160"/>
                <a:gridCol w="1280160"/>
                <a:gridCol w="1280160"/>
                <a:gridCol w="914400"/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65.2%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0/24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50.5%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1/100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99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51.5%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2/195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193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204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5831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Total FALSE bias -- 0-1% TRUE recall. Perfect FALSE detection but no signal on TRUE. Zero parse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032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FAILURE ANALYSIS (from JSON reasoning)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159252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Pattern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 6 'default FALSE' fallback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165 (52%)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 TRUE route fires; model follows cheatsheet correctly and defaults to FALSE. TRUE-detection rules have zero coverage on hard problems.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Fabricated / incorrect counterexamples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121 (38%)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Constructs small magma, claims Eq1 holds and Eq2 fails, but math is wrong -- Eq1 often fails in that magma too. Not a valid counterexample.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Wrong projection rule application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~20 (6%)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Correctly identifies left-zero/right-zero behavior for Eq1, then mis-reduces Eq2 with flawed variable trace algebra.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Wrong parity/syntactic exclusion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~10 (3%)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Applies parity exclusion rule with incorrect parity computation. 'Left side has one x, right has two' -- miscounted.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-- Equational Theories Stage 1  |  Deadline: 2026-04-20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Appendix: Llama 3.3 70B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v4_10KB_cheatsheet.md  |  Backend: OpenRouter  |  Model: llama-3.3-70b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046720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280160"/>
                <a:gridCol w="1280160"/>
                <a:gridCol w="1280160"/>
                <a:gridCol w="1280160"/>
                <a:gridCol w="914400"/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65.2%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0/24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0/100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51.5%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2/195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193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204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5831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Total FALSE bias -- 0% TRUE recall on hard1/hard2. Treats cheatsheet as pure lookup table with no generalization.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032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FAILURE ANALYSIS (from JSON reasoning)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159252"/>
          <a:ext cx="859536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Pattern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'RULE: default false' on every unmatched problem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317 (99.7%)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Identical boilerplate on all failures: 'The given equations do not match any exact TRUE routes.' Median 88 tokens output. Zero algebraic reasoning attempted.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chain-of-thought reasoning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317 (100%)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Every response is a direct verdict + one-sentence justification. Never attempts substitution, variable analysis, or counterexample construction.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Only 2 TRUE problems matched (left projection)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 correct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hard3_0002 and hard3_0005 matched the 'left projection' named rule exactly. Everything else falls through to default FALSE.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-- Equational Theories Stage 1  |  Deadline: 2026-04-20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Appendix: GPT-OSS 20B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v4_10KB_cheatsheet.md  |  Backend: OpenRouter  |  Model: gpt-oss-20b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046720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280160"/>
                <a:gridCol w="1280160"/>
                <a:gridCol w="1280160"/>
                <a:gridCol w="1280160"/>
                <a:gridCol w="914400"/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58.5%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16/23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43.7%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53/89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130/174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135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5831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TRUE bias + 72 parse errors. Singleton collapse misfire is the dominant confabulation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032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FAILURE ANALYSIS (from JSON reasoning)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159252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Pattern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Singleton/collapse rule misfire (FALSE→TRUE)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217 (58%)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Incorrectly triggers 'singleton collapse' heuristic. 183/217 contain the word 'singleton'. Fires on bare-variable left sides that superficially resemble TRUE patterns.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 limit truncation (parse errors)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72 (19%)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All parse errors hit exactly 1024 output tokens. Model cut off mid-reasoning before emitting VERDICT line. Hard limit issue.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Parity exclusion misfire (TRUE→FALSE)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74 (20%)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Named 'parity exclusion' fires incorrectly. Model computes parity mismatch and concludes FALSE on genuinely TRUE implications.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Fabricated counterexample (TRUE→FALSE)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31 (8%)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Constructs left-zero or 2-element magma, checks Eq2 fails, declares FALSE -- but either the check is wrong or Eq1 doesn't hold in that magma.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-- Equational Theories Stage 1  |  Deadline: 2026-04-20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Appendix: GPT-OSS 120B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v4_10KB_cheatsheet.md  |  Backend: OpenRouter  |  Model: gpt-oss-120b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046720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280160"/>
                <a:gridCol w="1280160"/>
                <a:gridCol w="1280160"/>
                <a:gridCol w="1280160"/>
                <a:gridCol w="914400"/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FALSE→TRUE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FALSE→FALSE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43.9%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21/23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52.6%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87/99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46.1%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150/176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6B6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5831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1024-token output cap is the root cause of ~90% of failures. Model needs more tokens to complete the decision procedure.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032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Calibri"/>
              </a:defRPr>
            </a:pPr>
            <a:r>
              <a:t>FAILURE ANALYSIS (from JSON reasoning)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159252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Pattern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 marL="45720" marR="45720" marT="27432" marB="27432">
                    <a:solidFill>
                      <a:srgbClr val="2D2D4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Token-limit truncation → silent TRUE default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~288 (78%)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Reasoning chain exhausts 1024-token budget mid-step. No VERDICT emitted; harness defaults to TRUE. hard1: 32/35 confab at limit, hard3: 165/173 at limit.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'Constant operation' rule misfire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~13 (4%)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Non-truncated false positive. Checks 'disjoint variable sets' but gets disjointness wrong, or Eq1 doesn't actually force a constant operation.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'Projection' rule misfire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~6 (2%)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Verifies only variable-non-overlap condition, ignoring structural requirements. Declares TRUE when preconditions aren't met.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Token-limit truncation → silent FALSE default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~40 (11%)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Mirror of #1: all TRUE→FALSE errors also hit 1024 tokens. Model never reaches TRUE conclusion before cutoff.</a:t>
                      </a:r>
                    </a:p>
                  </a:txBody>
                  <a:tcPr anchor="ctr" marL="45720" marR="45720" marT="27432" marB="27432"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errors (empty response)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40 (11%)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Empty reasoning + empty content, exactly 1024 tokens. Some are API timeouts (latency &gt;1500s). Not malformed output -- just never produced VERDICT.</a:t>
                      </a:r>
                    </a:p>
                  </a:txBody>
                  <a:tcPr anchor="ctr" marL="45720" marR="45720" marT="27432" marB="27432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SAIR Mathematics Distillation Challenge -- Equational Theories Stage 1  |  Deadline: 2026-04-20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