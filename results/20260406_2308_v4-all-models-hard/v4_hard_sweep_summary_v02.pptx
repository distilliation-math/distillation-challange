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53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 Cheatsheet Evaluation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x Hard Datasets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Equational Theories Stage 1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v4_10KB_cheatsheet.md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76809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4,683 API calls  |  669 problems/model  |  7 models  |  ~$2.50 total cost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 Cheatsheet Evaluation — All Models x Hard Datasets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 |  2026-04-06  |  Prompt: v4_10KB_cheatsheet.md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 (69)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 (200)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 (400)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grok-4.1-fast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53/68 (77.9%)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153/200 (76.5%)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242/400 (60.5%)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gemma-4-31b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43/69 (62.3%)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145/197 (73.6%)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202/385 (52.5%)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bias (confab)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gemini-flash-lite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51/69 (73.9%)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104/200 (52.0%)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225/400 (56.2%)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bias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45/69 (65.2%)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101/200 (50.5%)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206/400 (51.5%)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FALSE (0% TRUE recall)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llama-3.3-70b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45/69 (65.2%)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100/200 (50.0%)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206/400 (51.5%)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FALSE (0% TRUE recall)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gpt-oss-20b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38/65 (58.5%)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76/174 (43.7%)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179/358 (50.0%)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bias + parse err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29/66 (43.9%)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102/194 (52.6%)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170/369 (46.1%)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TRUE bias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4,683 API calls  |  669 problems/model  |  Total cost: ~$2.50  |  Datasets: hard1 (69), hard2 (200), hard3 (400)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key:  </a:t>
            </a:r>
            <a:r>
              <a:rPr lang="en-US" sz="8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</a:t>
            </a: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(green)  |  </a:t>
            </a:r>
            <a:r>
              <a:rPr lang="en-US" sz="8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55–69% </a:t>
            </a: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(gold)  |  </a:t>
            </a:r>
            <a:r>
              <a:rPr lang="en-US" sz="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&lt;55% </a:t>
            </a: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(red)        Bias:  </a:t>
            </a:r>
            <a:r>
              <a:rPr lang="en-US" sz="8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</a:t>
            </a: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(green)  |  FALSE bias (grey)  |  </a:t>
            </a:r>
            <a:r>
              <a:rPr lang="en-US" sz="8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bias </a:t>
            </a: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JSON analysis + community intel)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" cy="713232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594360" cy="164592"/>
          </a:xfrm>
          <a:prstGeom prst="rect">
            <a:avLst/>
          </a:prstGeom>
          <a:solidFill>
            <a:srgbClr val="C530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80160" y="10789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1024-token cap is the #1 GPT-OSS failure driver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12893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GPT-OSS-120b: ~90% of failures hit exactly 1024 tokens mid-reasoning. No VERDICT emitted; harness defaults unpredictably. Community best practice: emit VERDICT as first output line, reason after.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640080" y="1856232"/>
            <a:ext cx="594360" cy="164592"/>
          </a:xfrm>
          <a:prstGeom prst="rect">
            <a:avLst/>
          </a:prstGeom>
          <a:solidFill>
            <a:srgbClr val="C530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280160" y="18379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creates extreme polarization across model families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20482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DeepSeek/Llama/Gemini: 0–9% TRUE recall (always FALSE). GPT-OSS: 85–91% TRUE recall (always TRUE). Only Grok stays balanced. The step-by-step decision procedure is too rigid for weaker models and too loose for stronger ones.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2569464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54864" cy="713232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640080" y="2615184"/>
            <a:ext cx="594360" cy="164592"/>
          </a:xfrm>
          <a:prstGeom prst="rect">
            <a:avLst/>
          </a:prstGeom>
          <a:solidFill>
            <a:srgbClr val="DD6B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280160" y="25968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Betka’s 98% sheet uses contradiction motifs C1–C14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28072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v4 motifs over-trigger on FALSE problems (59 confabs in Grok alone). Betka’s sheet forces feature computation (rhsVars, topShape, Lx/Rx, xTop) before any rule fires, with hard-stop on first match.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54864" cy="713232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640080" y="3374136"/>
            <a:ext cx="594360" cy="164592"/>
          </a:xfrm>
          <a:prstGeom prst="rect">
            <a:avLst/>
          </a:prstGeom>
          <a:solidFill>
            <a:srgbClr val="DD6B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280160" y="3355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Llama/DeepSeek treat cheatsheet as pure lookup table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3566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317/318 Llama failures are identical ‘RULE: default false’ boilerplate (median 88 tokens). No reasoning attempted. DeepSeek fabricates counterexamples (38%) when no rule matches.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457200" y="4087368"/>
            <a:ext cx="54864" cy="713232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hallucinates structural rules not in the cheatsheet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43251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‘rightmost exclusion’ and ‘count exclusion’ heuristics (53% of failures). Pattern-matches the cheatsheet’s naming convention to fabricate plausible but invalid rules.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54880" y="658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8412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(prioritized)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54880" y="105156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4754880" y="1051560"/>
            <a:ext cx="54864" cy="59436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4892040" y="1106424"/>
            <a:ext cx="228600" cy="228600"/>
          </a:xfrm>
          <a:prstGeom prst="ellipse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4892040" y="11064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3792" y="1106424"/>
            <a:ext cx="594360" cy="164592"/>
          </a:xfrm>
          <a:prstGeom prst="rect">
            <a:avLst/>
          </a:prstGeom>
          <a:solidFill>
            <a:srgbClr val="C530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852160" y="1088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VERDICT-first output format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93792" y="128930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‘VERDICT: TRUE’ or ‘VERDICT: FALSE’ as the first line, then reasoning. Eliminates all token-truncation parse errors (72 on GPT-20b, 40 on GPT-120b). Community consensus (Betka, Heath, stokarz).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754880" y="169164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4754880" y="1691640"/>
            <a:ext cx="54864" cy="59436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4892040" y="1746504"/>
            <a:ext cx="228600" cy="228600"/>
          </a:xfrm>
          <a:prstGeom prst="ellipse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4892040" y="17465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93792" y="1746504"/>
            <a:ext cx="594360" cy="164592"/>
          </a:xfrm>
          <a:prstGeom prst="rect">
            <a:avLst/>
          </a:prstGeom>
          <a:solidFill>
            <a:srgbClr val="C530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852160" y="1728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Counterexample hard-stop with named rule lock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93792" y="192938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counterexample is found: cite rule, output FALSE immediately, stop reasoning. GPT-120b finds correct counterexamples then ‘talks itself out of it’ with fluent wrong proofs. Prevents 288 GPT-120b confabulations.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754880" y="233172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4754880" y="2331720"/>
            <a:ext cx="54864" cy="594360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4892040" y="2386584"/>
            <a:ext cx="228600" cy="22860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4892040" y="23865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93792" y="2386584"/>
            <a:ext cx="594360" cy="164592"/>
          </a:xfrm>
          <a:prstGeom prst="rect">
            <a:avLst/>
          </a:prstGeom>
          <a:solidFill>
            <a:srgbClr val="DD6B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852160" y="23682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Spine Isolation Theorem (McKenna, EQT01-000011)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93792" y="256946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‘A pure left-spine equation can only imply equations that are themselves pure left-spine of equal or greater depth.’ Validated on 1.54M pairs with zero exceptions. Fixes +32 hard3 problems.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754880" y="297180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4754880" y="2971800"/>
            <a:ext cx="54864" cy="594360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4892040" y="3026664"/>
            <a:ext cx="228600" cy="22860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6" name="Text 54"/>
          <p:cNvSpPr/>
          <p:nvPr/>
        </p:nvSpPr>
        <p:spPr>
          <a:xfrm>
            <a:off x="4892040" y="30266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93792" y="3026664"/>
            <a:ext cx="594360" cy="164592"/>
          </a:xfrm>
          <a:prstGeom prst="rect">
            <a:avLst/>
          </a:prstGeom>
          <a:solidFill>
            <a:srgbClr val="DD6B2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852160" y="3008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Betka’s feature-first protocol for TRUE routes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93792" y="320954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source features (rhsVars, topShape, Lx, Rx, xTop, square) BEFORE checking motifs. Our v4 lets models skip feature computation. Betka achieves 98% on hard200 with GPT-120b.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754880" y="361188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1" name="Shape 59"/>
          <p:cNvSpPr/>
          <p:nvPr/>
        </p:nvSpPr>
        <p:spPr>
          <a:xfrm>
            <a:off x="4754880" y="3611880"/>
            <a:ext cx="54864" cy="594360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2" name="Shape 60"/>
          <p:cNvSpPr/>
          <p:nvPr/>
        </p:nvSpPr>
        <p:spPr>
          <a:xfrm>
            <a:off x="4892040" y="3666744"/>
            <a:ext cx="228600" cy="228600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3" name="Text 61"/>
          <p:cNvSpPr/>
          <p:nvPr/>
        </p:nvSpPr>
        <p:spPr>
          <a:xfrm>
            <a:off x="4892040" y="36667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93792" y="3666744"/>
            <a:ext cx="594360" cy="164592"/>
          </a:xfrm>
          <a:prstGeom prst="rect">
            <a:avLst/>
          </a:prstGeom>
          <a:solidFill>
            <a:srgbClr val="B7791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852160" y="36484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minimal reasoning before default-FALSE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93792" y="38496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‘Before defaulting to FALSE, attempt one substitution x=y=z and check if Eq2 follows from Eq1.’ Llama outputs ‘default false’ in 88 tokens with zero analysis.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4754880" y="425196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68" name="Shape 66"/>
          <p:cNvSpPr/>
          <p:nvPr/>
        </p:nvSpPr>
        <p:spPr>
          <a:xfrm>
            <a:off x="4754880" y="4251960"/>
            <a:ext cx="54864" cy="594360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4892040" y="4306824"/>
            <a:ext cx="228600" cy="228600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4892040" y="43068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93792" y="4306824"/>
            <a:ext cx="594360" cy="164592"/>
          </a:xfrm>
          <a:prstGeom prst="rect">
            <a:avLst/>
          </a:prstGeom>
          <a:solidFill>
            <a:srgbClr val="B7791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852160" y="42885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max_tokens to 2048 for GPT-OSS models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93792" y="448970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GPT-120b correct answers average 1063–1188 tokens. Current 1024 cap truncates ~90% of failures. Doubling to 2048 costs ~$0.10 more per run.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JSON reasoning analysis  |  Betka (EQT01-000014, 98% hard200)  |  McKenna (Spine Isolation, +32 hard3)  |  Tao (50/50 eval confirmed)  |  stokarz (199/200 hard200)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6" name="Text 74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Grok 4.1 Fast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v4_10KB_cheatsheet.md  |  Backend: OpenRouter  |  Model: grok-4.1-fast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7223760" cy="10424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75/100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102/195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balanced model — 67% TRUE recall on hard1, 75% on hard2. Only model above 60% on hard3.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(from JSON reasoning)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0848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FALSE fallback (no TRUE route fired)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 (57%)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Cheatsheet TRUE-detection rules too narrow; model correctly follows protocol but defaults to FALSE on unrecognized TRUE patterns.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 motif over-trigger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(27%)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C8/C9/C13 motifs (rhsVars, Lx/Rx flags, topShape) fire on FALSE problems. Motifs derived from biased sample; structural match doesn’t guarantee implication.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Constant-operation rule misfire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(9%)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Disjoint variable sets on Eq1 sides wrongly triggers ‘constant magma’ conclusion. Rule is mathematically overbroad.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 rule misidentification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Left/right projection rule fires but T actually contains x, or derivation from projection to Eq2 is incorrect.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Gemma 4 31B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v4_10KB_cheatsheet.md  |  Backend: OpenRouter  |  Model: gemma-4-31b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7223760" cy="10424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85/97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149/189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TRUE recall (88% on hard1/hard2) but heavy confabulation on FALSE problems. 18 parse errors (empty API responses).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(from JSON reasoning)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1762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 motif misfire (FALSE→TRUE)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~153 (55%)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walks through motif checklist, fails to match, then reverses mid-reasoning to output TRUE. Confabulation at the rule-application layer.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projection misfire (FALSE→TRUE)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 (15%)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‘left projection’ rule applies but structural conditions don’t hold. Pattern-matches rule name without verifying preconditions.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Right-zero witness misuse (TRUE→FALSE)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(13%)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Eq1 fails in right-zero magma, concludes FALSE. Logic error: a magma where Eq1 fails is NOT a valid counterexample.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Syntactic exclusion misfires (TRUE→FALSE)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Leftmost/count exclusion rules applied without verifying preconditions. Pattern-matching syntax without understanding semantics.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errors (empty API response)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(6%)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output_tokens=0, empty content. API-level failures/timeouts, not model reasoning issues.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Gemini 3.1 Flash Lite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v4_10KB_cheatsheet.md  |  Backend: OpenRouter  |  Model: gemini-flash-lite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7223760" cy="10424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36/195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FALSE bias — 9% TRUE recall on hard2. Near-perfect FALSE accuracy but misses almost all TRUE implications. Zero parse errors.</a:t>
            </a:r>
            <a:endParaRPr lang="en-US" sz="850" dirty="0"/>
          </a:p>
        </p:txBody>
      </p:sp>
      <p:sp>
        <p:nvSpPr>
          <p:cNvPr id="5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(from JSON reasoning)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1762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 rightmost exclusion heuristic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 (53%)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invents a ‘rightmost variable must match’ rule not in the cheatsheet. Fires on ~58% of TRUE problems. Hallucinated structural heuristic.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FALSE on non-bare equations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(22%)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Eq1 is not ‘x = T’ form, immediately concludes no TRUE routes apply. Skips all non-trivial reasoning.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 leftmost exclusion heuristic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(12%)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to rightmost: checks leftmost variable preservation and rejects TRUE implications. Another hallucinated rule.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 motif over-firing (FALSE→TRUE)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Incorrectly claims equation ‘collapses’ magma. Accounts for 63% of the 24 false positives.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exclusion misapplication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variable occurrence counts must be preserved across implication. Not a valid algebraic invariant.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DeepSeek V3.2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v4_10KB_cheatsheet.md  |  Backend: OpenRouter  |  Model: deepseek-v3.2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7223760" cy="10424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2/195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FALSE bias — 0–1% TRUE recall. Perfect FALSE detection but no signal on TRUE. Zero parse errors.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(from JSON reasoning)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0848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 ‘default FALSE’ fallback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 (52%)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TRUE route fires; model follows cheatsheet correctly and defaults to FALSE. TRUE-detection rules have zero coverage on hard problems.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 / incorrect counterexamples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 (38%)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Constructs small magma, claims Eq1 holds and Eq2 fails, but math is wrong — Eq1 often fails in that magma too. Not a valid counterexample.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projection rule application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(6%)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Correctly identifies left-zero/right-zero behavior for Eq1, then mis-reduces Eq2 with flawed variable trace algebra.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parity/syntactic exclusion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(3%)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parity exclusion rule with incorrect parity computation. ‘Left side has one x, right has two’ — miscounted.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Llama 3.3 70B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v4_10KB_cheatsheet.md  |  Backend: OpenRouter  |  Model: llama-3.3-70b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7223760" cy="10424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2/195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FALSE bias — 0% TRUE recall on hard1/hard2. Treats cheatsheet as pure lookup table with no generalization.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(from JSON reasoning)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16276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‘RULE: default false’ on every unmatched problem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 (99.7%)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boilerplate on all failures: ‘The given equations do not match any exact TRUE routes.’ Median 88 tokens output. Zero algebraic reasoning attempted.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chain-of-thought reasoning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 (100%)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response is a direct verdict + one-sentence justification. Never attempts substitution, variable analysis, or counterexample construction.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 TRUE problems matched (left projection)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correct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hard3_0002 and hard3_0005 matched the ‘left projection’ named rule exactly. Everything else falls through to default FALSE.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GPT-OSS 20B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v4_10KB_cheatsheet.md  |  Backend: OpenRouter  |  Model: gpt-oss-20b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7223760" cy="10424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53/89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130/174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bias + 72 parse errors. Singleton collapse misfire is the dominant confabulation source.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(from JSON reasoning)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0848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Singleton/collapse rule misfire (FALSE→TRUE)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 (58%)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Incorrectly triggers ‘singleton collapse’ heuristic. 183/217 contain the word ‘singleton’. Fires on bare-variable left sides that superficially resemble TRUE patterns.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limit truncation (parse errors)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(19%)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parse errors hit exactly 1024 output tokens. Model cut off mid-reasoning before emitting VERDICT line. Hard limit issue.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 exclusion misfire (TRUE→FALSE)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(20%)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‘parity exclusion’ fires incorrectly. Model computes parity mismatch and concludes FALSE on genuinely TRUE implications.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 counterexample (TRUE→FALSE)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(8%)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Constructs left-zero or 2-element magma, checks Eq2 fails, declares FALSE — but either the check is wrong or Eq1 doesn’t hold in that magma.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GPT-OSS 120B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v4_10KB_cheatsheet.md  |  Backend: OpenRouter  |  Model: gpt-oss-120b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7223760" cy="10424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FALSE→TRUE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FALSE→FALSE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87/99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150/176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1024-token output cap is the root cause of ~90% of failures. Model needs more tokens to complete the decision procedure.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(from JSON reasoning)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21762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Pattern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Token-limit truncation → silent TRUE default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~288 (78%)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chain exhausts 1024-token budget mid-step. No VERDICT emitted; harness defaults to TRUE. hard1: 32/35 confab at limit, hard3: 165/173 at limit.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‘Constant operation’ rule misfire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 (4%)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Non-truncated false positive. Checks ‘disjoint variable sets’ but gets disjointness wrong, or Eq1 doesn’t actually force a constant operation.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‘Projection’ rule misfire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(2%)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only variable-non-overlap condition, ignoring structural requirements. Declares TRUE when preconditions aren’t met.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Token-limit truncation → silent FALSE default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(11%)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 of #1: all TRUE→FALSE errors also hit 1024 tokens. Model never reaches TRUE conclusion before cutoff.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errors (empty response)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(11%)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reasoning + empty content, exactly 1024 tokens. Some are API timeouts (latency &gt;1500s). Not malformed output — just never produced VERDICT.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6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Mathematics Distillation Challenge — Equational Theories Stage 1  |  Deadline: 2026-04-20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2583</Words>
  <Application>Microsoft Macintosh PowerPoint</Application>
  <PresentationFormat>On-screen Show (16:9)</PresentationFormat>
  <Paragraphs>458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v4 Cheatsheet Evaluation — All Models x Hard Datasets</dc:title>
  <dc:subject>PptxGenJS Presentation</dc:subject>
  <dc:creator>SAIR Mathematics Distillation Challenge</dc:creator>
  <cp:lastModifiedBy>Andrea Gay</cp:lastModifiedBy>
  <cp:revision>1</cp:revision>
  <dcterms:created xsi:type="dcterms:W3CDTF">2026-04-06T22:47:33Z</dcterms:created>
  <dcterms:modified xsi:type="dcterms:W3CDTF">2026-04-06T22:50:05Z</dcterms:modified>
</cp:coreProperties>
</file>